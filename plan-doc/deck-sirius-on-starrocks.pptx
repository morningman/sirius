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ocsa-git-aocsa-bigger-than-gpu/c0eddae8-246d-4705-971c-2da24a2a98fb/scratchpad/pptx43/img/s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ocsa-git-aocsa-bigger-than-gpu/c0eddae8-246d-4705-971c-2da24a2a98fb/scratchpad/pptx43/img/s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ocsa-git-aocsa-bigger-than-gpu/c0eddae8-246d-4705-971c-2da24a2a98fb/scratchpad/pptx43/img/s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ocsa-git-aocsa-bigger-than-gpu/c0eddae8-246d-4705-971c-2da24a2a98fb/scratchpad/pptx43/img/s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ocsa-git-aocsa-bigger-than-gpu/c0eddae8-246d-4705-971c-2da24a2a98fb/scratchpad/pptx43/img/s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ocsa-git-aocsa-bigger-than-gpu/c0eddae8-246d-4705-971c-2da24a2a98fb/scratchpad/pptx43/img/s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ocsa-git-aocsa-bigger-than-gpu/c0eddae8-246d-4705-971c-2da24a2a98fb/scratchpad/pptx43/img/s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ocsa-git-aocsa-bigger-than-gpu/c0eddae8-246d-4705-971c-2da24a2a98fb/scratchpad/pptx43/img/s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ocsa-git-aocsa-bigger-than-gpu/c0eddae8-246d-4705-971c-2da24a2a98fb/scratchpad/pptx43/img/s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Sirius on StarRocks</dc:title>
  <dc:subject>PptxGenJS Presentation</dc:subject>
  <dc:creator>Alexander Ocsa</dc:creator>
  <cp:lastModifiedBy>Alexander Ocsa</cp:lastModifiedBy>
  <cp:revision>1</cp:revision>
  <dcterms:created xsi:type="dcterms:W3CDTF">2026-08-12T21:50:12Z</dcterms:created>
  <dcterms:modified xsi:type="dcterms:W3CDTF">2026-08-12T21:50:12Z</dcterms:modified>
</cp:coreProperties>
</file>